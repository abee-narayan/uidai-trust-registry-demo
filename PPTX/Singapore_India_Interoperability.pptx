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1248" r:id="rId3"/>
    <p:sldId id="1245" r:id="rId4"/>
    <p:sldId id="1246" r:id="rId5"/>
    <p:sldId id="1247" r:id="rId6"/>
    <p:sldId id="264" r:id="rId7"/>
    <p:sldId id="265" r:id="rId8"/>
    <p:sldId id="266" r:id="rId9"/>
    <p:sldId id="1244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73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0338025C-A5DC-259B-5B87-47C03D25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6d0c8af7f_3_30:notes">
            <a:extLst>
              <a:ext uri="{FF2B5EF4-FFF2-40B4-BE49-F238E27FC236}">
                <a16:creationId xmlns:a16="http://schemas.microsoft.com/office/drawing/2014/main" id="{9B18C36B-6D48-DCFB-F07F-7872D01E0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6d0c8af7f_3_30:notes">
            <a:extLst>
              <a:ext uri="{FF2B5EF4-FFF2-40B4-BE49-F238E27FC236}">
                <a16:creationId xmlns:a16="http://schemas.microsoft.com/office/drawing/2014/main" id="{FADE2F68-7417-ABBA-3B66-84A82486B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024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12" name="Google Shape;212;p4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13" name="Google Shape;213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058629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74914" y="209222"/>
            <a:ext cx="1023615" cy="658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2"/>
          <p:cNvSpPr txBox="1">
            <a:spLocks noGrp="1"/>
          </p:cNvSpPr>
          <p:nvPr>
            <p:ph type="body" idx="1"/>
          </p:nvPr>
        </p:nvSpPr>
        <p:spPr>
          <a:xfrm>
            <a:off x="282191" y="258991"/>
            <a:ext cx="92948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7" name="Google Shape;217;p42"/>
          <p:cNvSpPr txBox="1"/>
          <p:nvPr/>
        </p:nvSpPr>
        <p:spPr>
          <a:xfrm>
            <a:off x="301417" y="6503363"/>
            <a:ext cx="3932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fld id="{00000000-1234-1234-1234-123412341234}" type="slidenum">
              <a:rPr lang="en" sz="900" b="0" i="0" u="none" strike="noStrike" cap="none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t>‹#›</a:t>
            </a:fld>
            <a:endParaRPr sz="1100" b="0" i="0" u="none" strike="noStrike" cap="none">
              <a:solidFill>
                <a:srgbClr val="41404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512633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1" name="Google Shape;221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23786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5" name="Google Shape;225;p44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6" name="Google Shape;226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42061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29" name="Google Shape;229;p4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0" name="Google Shape;230;p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55368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3" name="Google Shape;233;p4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390820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9" name="Google Shape;239;p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75231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2" name="Google Shape;242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07751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9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45" name="Google Shape;245;p49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6" name="Google Shape;24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305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2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51" name="Google Shape;251;p5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361883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CE5CD"/>
            </a:gs>
            <a:gs pos="100000">
              <a:srgbClr val="D9EAD3"/>
            </a:gs>
          </a:gsLst>
          <a:lin ang="5400012" scaled="0"/>
        </a:gra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4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71664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993B2-7FDC-38BE-6900-8B1D327BE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2" y="1461313"/>
            <a:ext cx="7621064" cy="487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2F29D0-65A5-4AC0-89E5-C494780AEEA1}"/>
              </a:ext>
            </a:extLst>
          </p:cNvPr>
          <p:cNvSpPr txBox="1"/>
          <p:nvPr/>
        </p:nvSpPr>
        <p:spPr>
          <a:xfrm>
            <a:off x="1536350" y="35180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</a:t>
            </a:r>
            <a:r>
              <a:rPr lang="en-IN" dirty="0" err="1"/>
              <a:t>nteroperable</a:t>
            </a:r>
            <a:r>
              <a:rPr lang="en-IN" dirty="0"/>
              <a:t> Wallet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0BF23-E6B6-AAF4-01AE-1CC7BB200EEB}"/>
              </a:ext>
            </a:extLst>
          </p:cNvPr>
          <p:cNvSpPr txBox="1"/>
          <p:nvPr/>
        </p:nvSpPr>
        <p:spPr>
          <a:xfrm>
            <a:off x="1536350" y="75266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Wallet has access to both trust registries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536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8D647-942D-93B8-0842-52A5AEF6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68" y="785857"/>
            <a:ext cx="7630590" cy="5563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11F6C9-3CC9-DFCE-57B4-B0790770711F}"/>
              </a:ext>
            </a:extLst>
          </p:cNvPr>
          <p:cNvSpPr txBox="1"/>
          <p:nvPr/>
        </p:nvSpPr>
        <p:spPr>
          <a:xfrm>
            <a:off x="1726523" y="38109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Journey – Cross-Border Hotel Check-In</a:t>
            </a:r>
          </a:p>
        </p:txBody>
      </p:sp>
    </p:spTree>
    <p:extLst>
      <p:ext uri="{BB962C8B-B14F-4D97-AF65-F5344CB8AC3E}">
        <p14:creationId xmlns:p14="http://schemas.microsoft.com/office/powerpoint/2010/main" val="273163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F186F-0846-CEA0-44E2-D022B0F7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56" y="1025278"/>
            <a:ext cx="9202434" cy="5611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6587C8-2656-FFB3-C140-E174A271EE2F}"/>
              </a:ext>
            </a:extLst>
          </p:cNvPr>
          <p:cNvSpPr txBox="1"/>
          <p:nvPr/>
        </p:nvSpPr>
        <p:spPr>
          <a:xfrm>
            <a:off x="1259256" y="35180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Trust Registry Flow- OpenID Federation Flow</a:t>
            </a:r>
          </a:p>
        </p:txBody>
      </p:sp>
    </p:spTree>
    <p:extLst>
      <p:ext uri="{BB962C8B-B14F-4D97-AF65-F5344CB8AC3E}">
        <p14:creationId xmlns:p14="http://schemas.microsoft.com/office/powerpoint/2010/main" val="110500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2ADFD-8CDA-D5C7-A421-AA3C30C7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93" y="949957"/>
            <a:ext cx="7621815" cy="55618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FBD779-35E7-832C-EF44-9AFF25F64040}"/>
              </a:ext>
            </a:extLst>
          </p:cNvPr>
          <p:cNvSpPr txBox="1"/>
          <p:nvPr/>
        </p:nvSpPr>
        <p:spPr>
          <a:xfrm>
            <a:off x="1259256" y="35180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Trust Registry Flow- Offline Flow</a:t>
            </a:r>
          </a:p>
        </p:txBody>
      </p:sp>
    </p:spTree>
    <p:extLst>
      <p:ext uri="{BB962C8B-B14F-4D97-AF65-F5344CB8AC3E}">
        <p14:creationId xmlns:p14="http://schemas.microsoft.com/office/powerpoint/2010/main" val="405321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0339A-E0C5-27FE-DB8E-69F648B3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254"/>
            <a:ext cx="12192000" cy="61414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6F6285-D54F-F2E0-BB62-2AD1E766D8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9990" y="915921"/>
            <a:ext cx="209579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3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E32C8-802C-D484-FF1E-62A9440D0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965"/>
            <a:ext cx="12192000" cy="60460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8ADF26-8594-8195-D2D0-AA4044AAA4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4504" y="901407"/>
            <a:ext cx="209579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1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600D8-06B7-2084-B586-7CCB7FA3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457"/>
            <a:ext cx="12192000" cy="61050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BE80BF-D64F-5186-8C0E-7D7CFB34FF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9990" y="915921"/>
            <a:ext cx="209579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9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5A516360-6249-2935-2202-BBAC8C88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66d0c8af7f_3_30">
            <a:extLst>
              <a:ext uri="{FF2B5EF4-FFF2-40B4-BE49-F238E27FC236}">
                <a16:creationId xmlns:a16="http://schemas.microsoft.com/office/drawing/2014/main" id="{A5DEAF14-DCF9-A355-1130-550ED99840DA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8704809" y="-3329982"/>
            <a:ext cx="6974383" cy="665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66d0c8af7f_3_30">
            <a:extLst>
              <a:ext uri="{FF2B5EF4-FFF2-40B4-BE49-F238E27FC236}">
                <a16:creationId xmlns:a16="http://schemas.microsoft.com/office/drawing/2014/main" id="{FA210EE1-6F8F-A086-D7DD-F7F49B258D78}"/>
              </a:ext>
            </a:extLst>
          </p:cNvPr>
          <p:cNvSpPr txBox="1"/>
          <p:nvPr/>
        </p:nvSpPr>
        <p:spPr>
          <a:xfrm>
            <a:off x="358867" y="503200"/>
            <a:ext cx="10687600" cy="6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75E36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App Flows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2" name="Google Shape;243;p31">
            <a:extLst>
              <a:ext uri="{FF2B5EF4-FFF2-40B4-BE49-F238E27FC236}">
                <a16:creationId xmlns:a16="http://schemas.microsoft.com/office/drawing/2014/main" id="{ABCEF2B8-F125-9322-0434-603BE27E090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3889" y="2054595"/>
            <a:ext cx="7776112" cy="38159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5;p31">
            <a:extLst>
              <a:ext uri="{FF2B5EF4-FFF2-40B4-BE49-F238E27FC236}">
                <a16:creationId xmlns:a16="http://schemas.microsoft.com/office/drawing/2014/main" id="{259B92B3-27EE-03FF-790A-AF0CF3B04426}"/>
              </a:ext>
            </a:extLst>
          </p:cNvPr>
          <p:cNvSpPr txBox="1">
            <a:spLocks/>
          </p:cNvSpPr>
          <p:nvPr/>
        </p:nvSpPr>
        <p:spPr>
          <a:xfrm>
            <a:off x="432000" y="3014595"/>
            <a:ext cx="3149600" cy="2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indent="-425016">
              <a:buSzPts val="1420"/>
              <a:buFont typeface="IBM Plex Sans"/>
              <a:buChar char="●"/>
            </a:pPr>
            <a:r>
              <a:rPr lang="en-US" sz="1893" dirty="0">
                <a:latin typeface="IBM Plex Sans"/>
                <a:ea typeface="IBM Plex Sans"/>
                <a:cs typeface="IBM Plex Sans"/>
                <a:sym typeface="IBM Plex Sans"/>
              </a:rPr>
              <a:t>Entity</a:t>
            </a:r>
            <a:r>
              <a:rPr lang="en-US" sz="1893" kern="0" dirty="0">
                <a:latin typeface="IBM Plex Sans"/>
                <a:ea typeface="IBM Plex Sans"/>
                <a:cs typeface="IBM Plex Sans"/>
                <a:sym typeface="IBM Plex Sans"/>
              </a:rPr>
              <a:t> can generate request for Aadhaar data and verification through QR, App and web-based Intent calls</a:t>
            </a:r>
            <a:br>
              <a:rPr lang="en-US" sz="1893" kern="0" dirty="0">
                <a:latin typeface="IBM Plex Sans"/>
                <a:ea typeface="IBM Plex Sans"/>
                <a:cs typeface="IBM Plex Sans"/>
                <a:sym typeface="IBM Plex Sans"/>
              </a:rPr>
            </a:br>
            <a:endParaRPr lang="en-US" sz="1893" kern="0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609585" indent="-425016">
              <a:buSzPts val="1420"/>
              <a:buFont typeface="IBM Plex Sans"/>
              <a:buChar char="●"/>
            </a:pPr>
            <a:r>
              <a:rPr lang="en-US" sz="1893" kern="0" dirty="0">
                <a:latin typeface="IBM Plex Sans"/>
                <a:ea typeface="IBM Plex Sans"/>
                <a:cs typeface="IBM Plex Sans"/>
                <a:sym typeface="IBM Plex Sans"/>
              </a:rPr>
              <a:t>We are also building Bluetooth &amp; NFC based sharing</a:t>
            </a:r>
          </a:p>
        </p:txBody>
      </p:sp>
      <p:sp>
        <p:nvSpPr>
          <p:cNvPr id="10" name="Google Shape;246;p31">
            <a:extLst>
              <a:ext uri="{FF2B5EF4-FFF2-40B4-BE49-F238E27FC236}">
                <a16:creationId xmlns:a16="http://schemas.microsoft.com/office/drawing/2014/main" id="{297DC19B-58DE-1CC3-E77E-8AE9AB36F4A9}"/>
              </a:ext>
            </a:extLst>
          </p:cNvPr>
          <p:cNvSpPr txBox="1">
            <a:spLocks/>
          </p:cNvSpPr>
          <p:nvPr/>
        </p:nvSpPr>
        <p:spPr>
          <a:xfrm>
            <a:off x="720000" y="1547295"/>
            <a:ext cx="3345600" cy="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3227" b="1" kern="0">
                <a:latin typeface="Georgia"/>
                <a:ea typeface="Georgia"/>
                <a:cs typeface="Georgia"/>
                <a:sym typeface="Georgia"/>
              </a:rPr>
              <a:t>Verify With Aadhaar</a:t>
            </a:r>
          </a:p>
          <a:p>
            <a:pPr>
              <a:buSzPts val="990"/>
            </a:pPr>
            <a:endParaRPr lang="en-GB" sz="3227" b="1" kern="0">
              <a:latin typeface="Georgia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1116043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61</Words>
  <Application>Microsoft Office PowerPoint</Application>
  <PresentationFormat>Widescreen</PresentationFormat>
  <Paragraphs>10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Georgia</vt:lpstr>
      <vt:lpstr>IBM Plex Sans</vt:lpstr>
      <vt:lpstr>Trebuchet MS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Cross-Border Digital Identity Interoperability</dc:title>
  <dc:subject>PptxGenJS Presentation</dc:subject>
  <dc:creator>Created by Marp</dc:creator>
  <cp:lastModifiedBy>Abee Narayan</cp:lastModifiedBy>
  <cp:revision>9</cp:revision>
  <dcterms:created xsi:type="dcterms:W3CDTF">2026-06-30T17:42:03Z</dcterms:created>
  <dcterms:modified xsi:type="dcterms:W3CDTF">2026-07-01T09:08:00Z</dcterms:modified>
</cp:coreProperties>
</file>